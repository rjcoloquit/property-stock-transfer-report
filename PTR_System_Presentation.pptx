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4030"/>
                </a:solidFill>
              </a:defRPr>
            </a:pPr>
            <a:r>
              <a:t>Property Stock Transfer Report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42424"/>
                </a:solidFill>
              </a:defRPr>
            </a:pPr>
            <a:r>
              <a:t>Provincial Health Office - Palawan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Web-based inventory and PTR workflow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Generated: 2026-04-10</a:t>
            </a:r>
          </a:p>
        </p:txBody>
      </p:sp>
      <p:pic>
        <p:nvPicPr>
          <p:cNvPr id="4" name="Picture 3" descr="PG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pic>
        <p:nvPicPr>
          <p:cNvPr id="5" name="Picture 4" descr="P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828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4030"/>
                </a:solidFill>
              </a:defRPr>
            </a:pPr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42424"/>
                </a:solidFill>
              </a:defRPr>
            </a:pPr>
            <a:r>
              <a:t>Built with PHP, MySQL, Bootstrap, and JavaScript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Supports role-based access (Admin and Encoder)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Tracks stock movement and PTR lifecycle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Includes reports, print previews, and transaction history</a:t>
            </a:r>
          </a:p>
        </p:txBody>
      </p:sp>
      <p:pic>
        <p:nvPicPr>
          <p:cNvPr id="4" name="Picture 3" descr="PG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pic>
        <p:nvPicPr>
          <p:cNvPr id="5" name="Picture 4" descr="P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828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4030"/>
                </a:solidFill>
              </a:defRPr>
            </a:pPr>
            <a:r>
              <a:t>Core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42424"/>
                </a:solidFill>
              </a:defRPr>
            </a:pPr>
            <a:r>
              <a:t>Dashboard and inventory summary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Create PTR and pending transaction release flow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Transaction History with grouped PTR view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Current Stock Report, Stock Card, and Incident Report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Notifications and master item management</a:t>
            </a:r>
          </a:p>
        </p:txBody>
      </p:sp>
      <p:pic>
        <p:nvPicPr>
          <p:cNvPr id="4" name="Picture 3" descr="PG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pic>
        <p:nvPicPr>
          <p:cNvPr id="5" name="Picture 4" descr="P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828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4030"/>
                </a:solidFill>
              </a:defRPr>
            </a:pPr>
            <a:r>
              <a:t>Create PTR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42424"/>
                </a:solidFill>
              </a:defRPr>
            </a:pPr>
            <a:r>
              <a:t>Users add multiple line items with batch, quantity, and unit cost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System computes totals and prepares print preview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Drafts can be saved as pending before release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Release updates stock and records PTR entries</a:t>
            </a:r>
          </a:p>
        </p:txBody>
      </p:sp>
      <p:pic>
        <p:nvPicPr>
          <p:cNvPr id="4" name="Picture 3" descr="PG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pic>
        <p:nvPicPr>
          <p:cNvPr id="5" name="Picture 4" descr="P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828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4030"/>
                </a:solidFill>
              </a:defRPr>
            </a:pPr>
            <a:r>
              <a:t>Transaction History &amp; 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42424"/>
                </a:solidFill>
              </a:defRPr>
            </a:pPr>
            <a:r>
              <a:t>Grouped display by PTR number for clean review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Edit signatory names in a compact panel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Print button opens formatted A4 landscape output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Signatories can be saved and reused per PTR number</a:t>
            </a:r>
          </a:p>
        </p:txBody>
      </p:sp>
      <p:pic>
        <p:nvPicPr>
          <p:cNvPr id="4" name="Picture 3" descr="PG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pic>
        <p:nvPicPr>
          <p:cNvPr id="5" name="Picture 4" descr="P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828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4030"/>
                </a:solidFill>
              </a:defRPr>
            </a:pPr>
            <a:r>
              <a:t>Signatory Name 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42424"/>
                </a:solidFill>
              </a:defRPr>
            </a:pPr>
            <a:r>
              <a:t>Prepared by, Approved by, and Issued by are now editable and savable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Saved values are stored in ptr_print_signatories table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Defaults load automatically when no saved value exists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Create PTR and Transaction History share the same saved values</a:t>
            </a:r>
          </a:p>
        </p:txBody>
      </p:sp>
      <p:pic>
        <p:nvPicPr>
          <p:cNvPr id="4" name="Picture 3" descr="PG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pic>
        <p:nvPicPr>
          <p:cNvPr id="5" name="Picture 4" descr="P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828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4030"/>
                </a:solidFill>
              </a:defRPr>
            </a:pPr>
            <a:r>
              <a:t>Reports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42424"/>
                </a:solidFill>
              </a:defRPr>
            </a:pPr>
            <a:r>
              <a:t>Current stock by item and batch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Stock card movement history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Outbound summary for released quantities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Incident report logging and review</a:t>
            </a:r>
          </a:p>
        </p:txBody>
      </p:sp>
      <p:pic>
        <p:nvPicPr>
          <p:cNvPr id="4" name="Picture 3" descr="PG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pic>
        <p:nvPicPr>
          <p:cNvPr id="5" name="Picture 4" descr="P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828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4030"/>
                </a:solidFill>
              </a:defRPr>
            </a:pPr>
            <a:r>
              <a:t>Security and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42424"/>
                </a:solidFill>
              </a:defRPr>
            </a:pPr>
            <a:r>
              <a:t>Session-based login and route protection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Role checks for module access restrictions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Encoder mutation guard blocks restricted actions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Input validation and server-side checks on save/update flows</a:t>
            </a:r>
          </a:p>
        </p:txBody>
      </p:sp>
      <p:pic>
        <p:nvPicPr>
          <p:cNvPr id="4" name="Picture 3" descr="PG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pic>
        <p:nvPicPr>
          <p:cNvPr id="5" name="Picture 4" descr="P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828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4030"/>
                </a:solidFill>
              </a:defRPr>
            </a:pPr>
            <a:r>
              <a:t>Benefits to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42424"/>
                </a:solidFill>
              </a:defRPr>
            </a:pPr>
            <a:r>
              <a:t>Faster PTR preparation and consistent print outputs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Reduced manual encoding errors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Better traceability for stock transfers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Centralized records for audit and monitoring</a:t>
            </a:r>
          </a:p>
        </p:txBody>
      </p:sp>
      <p:pic>
        <p:nvPicPr>
          <p:cNvPr id="4" name="Picture 3" descr="PG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pic>
        <p:nvPicPr>
          <p:cNvPr id="5" name="Picture 4" descr="P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828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4030"/>
                </a:solidFill>
              </a:defRPr>
            </a:pPr>
            <a:r>
              <a:t>Next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42424"/>
                </a:solidFill>
              </a:defRPr>
            </a:pPr>
            <a:r>
              <a:t>Export-ready dashboards and KPIs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Automated email notifications for approvals/releases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Advanced audit trail and user activity logs</a:t>
            </a:r>
          </a:p>
          <a:p>
            <a:pPr>
              <a:defRPr sz="2000">
                <a:solidFill>
                  <a:srgbClr val="242424"/>
                </a:solidFill>
              </a:defRPr>
            </a:pPr>
            <a:r>
              <a:t>Mobile-friendly optimization for field usage</a:t>
            </a:r>
          </a:p>
        </p:txBody>
      </p:sp>
      <p:pic>
        <p:nvPicPr>
          <p:cNvPr id="4" name="Picture 3" descr="PG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pic>
        <p:nvPicPr>
          <p:cNvPr id="5" name="Picture 4" descr="P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828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